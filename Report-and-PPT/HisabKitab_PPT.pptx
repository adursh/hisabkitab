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98"/>
    <p:restoredTop sz="94686"/>
  </p:normalViewPr>
  <p:slideViewPr>
    <p:cSldViewPr snapToGrid="0">
      <p:cViewPr varScale="1">
        <p:scale>
          <a:sx n="101" d="100"/>
          <a:sy n="101" d="100"/>
        </p:scale>
        <p:origin x="1056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HisabKitab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Adarsh Kumar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2211981016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Monika Aggarwal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Times New Roman"/>
              </a:rPr>
              <a:t>What is HisabKitab?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A web app that replaces the paper khata used by small shops and individuals across India with a clean, secure, browser-based digital ledger.</a:t>
            </a:r>
          </a:p>
          <a:p>
            <a:pPr>
              <a:lnSpc>
                <a:spcPct val="150000"/>
              </a:lnSpc>
            </a:pPr>
            <a:endParaRPr lang="en-US" sz="15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Times New Roman"/>
              </a:rPr>
              <a:t>Problem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Small business owners have no simple way to track who owes them and who they owe. Paper records get lost, have no running balance, and cannot be accessed remotely.</a:t>
            </a:r>
          </a:p>
          <a:p>
            <a:pPr>
              <a:lnSpc>
                <a:spcPct val="150000"/>
              </a:lnSpc>
            </a:pPr>
            <a:endParaRPr lang="en-US" sz="15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Times New Roman"/>
              </a:rPr>
              <a:t>Solution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HisabKitab provides a digital ledger accessible from any device, with real-time balance, secure login, and a full reports view.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Times New Roman"/>
              </a:rPr>
              <a:t>Live: hisabkitab.adursh.me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Build a web-based digital ledger accessible from any browser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Track money received (credit) and money given (debit) per contact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Show real-time running balance for each party automatically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Secure each user's data using JWT authentication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Support two account types: Shop Owner and Individual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Show a Reports page with total receivable, payable, and net balance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Deploy the app live on a public domain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2500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Agile development - built in phases:</a:t>
            </a:r>
          </a:p>
          <a:p>
            <a:pPr>
              <a:lnSpc>
                <a:spcPct val="25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Phase 1: Requirement Analysis - studied OkCredit UX, defined user stories</a:t>
            </a:r>
          </a:p>
          <a:p>
            <a:pPr>
              <a:lnSpc>
                <a:spcPct val="25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Phase 2: System Design - designed MongoDB schema, REST API, UI wireframes</a:t>
            </a:r>
          </a:p>
          <a:p>
            <a:pPr>
              <a:lnSpc>
                <a:spcPct val="25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Phase 3: Backend - built Express server, Mongoose models for User, Party, Transaction</a:t>
            </a:r>
          </a:p>
          <a:p>
            <a:pPr>
              <a:lnSpc>
                <a:spcPct val="25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Phase 4: Frontend - built React pages using Vite, added routing and auth context</a:t>
            </a:r>
          </a:p>
          <a:p>
            <a:pPr>
              <a:lnSpc>
                <a:spcPct val="25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Phase 5: Testing - tested all API endpoints, fixed edge cases</a:t>
            </a:r>
          </a:p>
          <a:p>
            <a:pPr>
              <a:lnSpc>
                <a:spcPct val="25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Phase 6: Deployment - deployed at hisabkitab.adursh.me with custom domain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Frontend:         React.js with Vite</a:t>
            </a:r>
          </a:p>
          <a:p>
            <a:pPr>
              <a:lnSpc>
                <a:spcPct val="20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Backend:          Node.js with Express.js</a:t>
            </a:r>
          </a:p>
          <a:p>
            <a:pPr>
              <a:lnSpc>
                <a:spcPct val="20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Database:         MongoDB Atlas</a:t>
            </a:r>
          </a:p>
          <a:p>
            <a:pPr>
              <a:lnSpc>
                <a:spcPct val="20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ODM:              Mongoose</a:t>
            </a:r>
          </a:p>
          <a:p>
            <a:pPr>
              <a:lnSpc>
                <a:spcPct val="20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Authentication:   JWT</a:t>
            </a:r>
          </a:p>
          <a:p>
            <a:pPr>
              <a:lnSpc>
                <a:spcPct val="20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Styling:          CSS3</a:t>
            </a:r>
          </a:p>
          <a:p>
            <a:pPr>
              <a:lnSpc>
                <a:spcPct val="20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HTTP Client:      Axios</a:t>
            </a:r>
          </a:p>
          <a:p>
            <a:pPr>
              <a:lnSpc>
                <a:spcPct val="20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Version Control:  Git and GitHub</a:t>
            </a:r>
          </a:p>
          <a:p>
            <a:pPr>
              <a:lnSpc>
                <a:spcPct val="20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Deployment:       hisabkitab.adursh.me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2500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Key features built: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3-Step Registration: Account Type, Personal Details, Set Password with review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JWT Auth: every route protected, data fully isolated per user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Dashboard: You'll Receive / You Owe / Net Balance summary cards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Transaction View: green bubbles for credit, red bubbles for debit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Running Balance: auto-calculated on every transaction entry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Reports Page: top-5 receivables and payables summary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Settings Page: edit profile and view account details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Outcomes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All features built and live:</a:t>
            </a:r>
          </a:p>
          <a:p>
            <a:pPr>
              <a:lnSpc>
                <a:spcPct val="20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User Registration and Login (JWT with bcrypt)</a:t>
            </a:r>
          </a:p>
          <a:p>
            <a:pPr>
              <a:lnSpc>
                <a:spcPct val="20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Party Management: Customers and Suppliers</a:t>
            </a:r>
          </a:p>
          <a:p>
            <a:pPr>
              <a:lnSpc>
                <a:spcPct val="20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Transaction Recording: Credit and Debit with notes</a:t>
            </a:r>
          </a:p>
          <a:p>
            <a:pPr>
              <a:lnSpc>
                <a:spcPct val="20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Running Balance per Contact</a:t>
            </a:r>
          </a:p>
          <a:p>
            <a:pPr>
              <a:lnSpc>
                <a:spcPct val="20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Dashboard with Summary Cards</a:t>
            </a:r>
          </a:p>
          <a:p>
            <a:pPr>
              <a:lnSpc>
                <a:spcPct val="20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Reports and Summary Page</a:t>
            </a:r>
          </a:p>
          <a:p>
            <a:pPr>
              <a:lnSpc>
                <a:spcPct val="20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Settings and Profile Management</a:t>
            </a:r>
          </a:p>
          <a:p>
            <a:pPr>
              <a:lnSpc>
                <a:spcPct val="20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Live at https://</a:t>
            </a:r>
            <a:r>
              <a:rPr lang="en-US" sz="1500" dirty="0" err="1">
                <a:solidFill>
                  <a:srgbClr val="000000"/>
                </a:solidFill>
                <a:latin typeface="Times New Roman"/>
              </a:rPr>
              <a:t>hisabkitab.adursh.me</a:t>
            </a:r>
            <a:endParaRPr lang="en-US" sz="15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20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Copyright filed on copyright.gov.in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1700" b="1" dirty="0">
                <a:solidFill>
                  <a:srgbClr val="000000"/>
                </a:solidFill>
                <a:latin typeface="Times New Roman"/>
              </a:rPr>
              <a:t>Conclusion:</a:t>
            </a:r>
          </a:p>
          <a:p>
            <a:pPr>
              <a:lnSpc>
                <a:spcPct val="20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HisabKitab was successfully built and deployed. It solves a real problem for small business owners in India by replacing their paper khata with a fast, secure web app.</a:t>
            </a:r>
          </a:p>
          <a:p>
            <a:pPr>
              <a:lnSpc>
                <a:spcPct val="200000"/>
              </a:lnSpc>
            </a:pPr>
            <a:endParaRPr lang="en-US" sz="15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200000"/>
              </a:lnSpc>
            </a:pPr>
            <a:r>
              <a:rPr lang="en-US" sz="1700" b="1" dirty="0">
                <a:solidFill>
                  <a:srgbClr val="000000"/>
                </a:solidFill>
                <a:latin typeface="Times New Roman"/>
              </a:rPr>
              <a:t>Future Scope:</a:t>
            </a:r>
          </a:p>
          <a:p>
            <a:pPr>
              <a:lnSpc>
                <a:spcPct val="20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Mobile App: React Native for Android and iOS</a:t>
            </a:r>
          </a:p>
          <a:p>
            <a:pPr>
              <a:lnSpc>
                <a:spcPct val="20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WhatsApp Reminders: auto payment alerts via WhatsApp API</a:t>
            </a:r>
          </a:p>
          <a:p>
            <a:pPr>
              <a:lnSpc>
                <a:spcPct val="20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PDF Export: download transaction history as PDF</a:t>
            </a:r>
          </a:p>
          <a:p>
            <a:pPr>
              <a:lnSpc>
                <a:spcPct val="20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Analytics: monthly charts for receivables and payables</a:t>
            </a:r>
          </a:p>
          <a:p>
            <a:pPr>
              <a:lnSpc>
                <a:spcPct val="2000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/>
              </a:rPr>
              <a:t>SMS Notifications: alert both parties on each transaction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34706</TotalTime>
  <Words>597</Words>
  <Application>Microsoft Macintosh PowerPoint</Application>
  <PresentationFormat>On-screen Show (4:3)</PresentationFormat>
  <Paragraphs>90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Adarsh Kumar</cp:lastModifiedBy>
  <cp:revision>2300</cp:revision>
  <dcterms:created xsi:type="dcterms:W3CDTF">2010-04-09T07:36:15Z</dcterms:created>
  <dcterms:modified xsi:type="dcterms:W3CDTF">2026-05-14T20:59:31Z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