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68" r:id="rId7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HisabKitab — Digital Ledger Management Application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Adarsh Kumar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&lt;Ro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ll Number&gt;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Ms. Monika Aggarwal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&lt;Text Times New Roman&gt;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t>HisabKitab is a full-stack web application that digitizes the traditional paper-based khata (ledger) system used by small businesses and individuals across India.
Problem Statement:
Small business owners lack an accessible, free digital platform to track outstanding dues with customers and suppliers. Paper-based khata books are error-prone, insecure, and inaccessible remotely.
Objectives:
• Develop a web-based digital ledger accessible from any device
• Track credit (received) and debit (given) transactions per party
• Provide real-time running balance per contact
• Implement secure JWT-based authentication
• Support both Shop Owner/Business and Individual account types
• Generate Reports &amp; Summary of all financial positions
Live at: hisabkitab.adursh.me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t>Development Approach: Agile methodology with iterative sprints
Phase 1 — Requirement Analysis
Identified user stories by studying OkCredit UX patterns and India's informal credit management needs.
Phase 2 — System Design
Designed MongoDB schema, REST API endpoints, and UI wireframes.
Phase 3 — Backend Development
Built Express.js server with Mongoose models for User, Party, and Transaction.
Phase 4 — Frontend Development
Developed React components with Vite, routing, and context-based state management.
Phase 5 — Integration &amp; Testing
Connected frontend to backend APIs and validated all CRUD operations.
Phase 6 — Deployment
Deployed with custom domain at hisabkitab.adursh.me.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t>Frontend:   React.js with Vite (SPA framework)
Backend:    Node.js + Express.js (REST API)
Database:   MongoDB Atlas (cloud NoSQL)
ODM:        Mongoose
Auth:       JWT (JSON Web Tokens) + bcrypt
Styling:    CSS3
HTTP:       Axios
Version Control: Git + GitHub
Deployment: Custom Domain — hisabkitab.adursh.me
Editor:     Neovim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t>Key Features Implemented:
• 3-Step Registration: Account Type → Personal Details → Set Password with review summary
• JWT Authentication: Every protected route verified via Bearer token
• Party Management: Add customers and suppliers, search by name
• Transaction Recording: Green bubbles for Got Money (credit), Red for Paid Money (debit)
• Running Balance Engine: Balance computed dynamically from full transaction history
• Dashboard Summary: You'll Receive / You Owe / Net Balance cards
• Reports Page: Aggregated top-5 receivables and payables
• Settings Page: Profile management and account info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t>All planned features were successfully implemented and deployed:
• User Registration &amp; Login — Complete (JWT + bcrypt)
• Party Management (Customers &amp; Suppliers) — Complete
• Transaction Recording (Credit / Debit) — Complete
• Running Balance Per Contact — Complete
• Dashboard Summary Cards — Complete
• Reports &amp; Summary Page — Complete
• Settings &amp; Profile Management — Complete
• Live Deployment — hisabkitab.adursh.me (Publicly Accessible)
• Copyright Filed — copyright.gov.in
The application successfully digitizes the khata system for Indian users with a clean, OkCredit-inspired interface.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t>Conclusion:
HisabKitab was successfully designed, developed, and deployed as a full-stack web application addressing digital ledger management needs of India's informal economy. The project demonstrates the application of React.js, Node.js, Express.js, and MongoDB in solving a real-world problem.
Future Scope:
• Mobile App: React Native app for Android &amp; iOS
• WhatsApp Integration: Automated payment reminders via WhatsApp Business API
• PDF Export: One-click PDF of transaction history and reports
• Analytics Dashboard: Monthly trend charts using Recharts
• SMS Notifications: Automated alerts on transaction entry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t/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79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simar virk</cp:lastModifiedBy>
  <cp:revision>2298</cp:revision>
  <dcterms:created xsi:type="dcterms:W3CDTF">2010-04-09T07:36:15Z</dcterms:created>
  <dcterms:modified xsi:type="dcterms:W3CDTF">2026-04-24T05:21:09Z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